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Portfolio : AI Engineer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Concevoir, industrialiser et déployer des solutions IA</a:t>
            </a:r>
          </a:p>
          <a:p>
            <a:r>
              <a:t>Présenté par Christophe Mpaga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 : AI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Focus : </a:t>
            </a:r>
            <a:r>
              <a:rPr dirty="0" err="1"/>
              <a:t>Industrialisation</a:t>
            </a:r>
            <a:r>
              <a:rPr dirty="0"/>
              <a:t> et passage à </a:t>
            </a:r>
            <a:r>
              <a:rPr dirty="0" err="1"/>
              <a:t>l'échelle</a:t>
            </a:r>
            <a:r>
              <a:rPr dirty="0"/>
              <a:t> (POC vers PROD).</a:t>
            </a:r>
          </a:p>
          <a:p>
            <a:r>
              <a:rPr dirty="0"/>
              <a:t>• </a:t>
            </a:r>
            <a:r>
              <a:rPr dirty="0" err="1"/>
              <a:t>Approche</a:t>
            </a:r>
            <a:r>
              <a:rPr dirty="0"/>
              <a:t> : </a:t>
            </a:r>
            <a:r>
              <a:rPr lang="fr-FR" dirty="0"/>
              <a:t>consolider </a:t>
            </a:r>
            <a:r>
              <a:rPr dirty="0"/>
              <a:t>la </a:t>
            </a:r>
            <a:r>
              <a:rPr dirty="0" err="1"/>
              <a:t>fiabilité</a:t>
            </a:r>
            <a:r>
              <a:rPr dirty="0"/>
              <a:t>, </a:t>
            </a:r>
            <a:r>
              <a:rPr dirty="0" err="1"/>
              <a:t>l'observabilité</a:t>
            </a:r>
            <a:r>
              <a:rPr dirty="0"/>
              <a:t> et la </a:t>
            </a:r>
            <a:r>
              <a:rPr dirty="0" err="1"/>
              <a:t>conformité</a:t>
            </a:r>
            <a:r>
              <a:rPr dirty="0"/>
              <a:t>.</a:t>
            </a:r>
          </a:p>
          <a:p>
            <a:r>
              <a:rPr dirty="0"/>
              <a:t>• Vision : De </a:t>
            </a:r>
            <a:r>
              <a:rPr dirty="0" err="1"/>
              <a:t>l'ingénierie</a:t>
            </a:r>
            <a:r>
              <a:rPr dirty="0"/>
              <a:t> </a:t>
            </a:r>
            <a:r>
              <a:rPr dirty="0" err="1"/>
              <a:t>logicielle</a:t>
            </a:r>
            <a:r>
              <a:rPr dirty="0"/>
              <a:t> à </a:t>
            </a:r>
            <a:r>
              <a:rPr dirty="0" err="1"/>
              <a:t>l'IA</a:t>
            </a:r>
            <a:r>
              <a:rPr dirty="0"/>
              <a:t> </a:t>
            </a:r>
            <a:r>
              <a:rPr dirty="0" err="1"/>
              <a:t>générative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Stack </a:t>
            </a:r>
            <a:r>
              <a:rPr lang="fr-FR"/>
              <a:t> et compétences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DevOps : CI/CD, Git, GitHub Actions, Docker.</a:t>
            </a:r>
          </a:p>
          <a:p>
            <a:r>
              <a:t>• MLOps : MLflow, suivi de modèles, évaluation, monitoring.</a:t>
            </a:r>
          </a:p>
          <a:p>
            <a:r>
              <a:t>• AIOps : Prompt engineering, systèmes multi-agents, red-teaming.</a:t>
            </a:r>
          </a:p>
          <a:p>
            <a:r>
              <a:t>• CloudOps : GCP (Cloud Run, Vertex AI, GCS), Infrastructure as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Projet Phare : Agent d'Accueil Hospitalier CHSA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Objectif : Réduire la surcharge aux urgences.</a:t>
            </a:r>
          </a:p>
          <a:p>
            <a:r>
              <a:t>• Démarche : Cadrage métier, architecture modulaire, intégration SIH.</a:t>
            </a:r>
          </a:p>
          <a:p>
            <a:r>
              <a:t>• MVP &amp; PROD : Fiabilisation, haute disponibilité, interopérabilité (FHIR).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Ingénierie &amp; Leçons Apprises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Pivot Architectural : Échec du design monolithique (timeout 240s) -&gt; Architecture multi-stage modulaire.</a:t>
            </a:r>
          </a:p>
          <a:p>
            <a:r>
              <a:t>• Modularité : Maintenance découplée et itération indépendante par brique.</a:t>
            </a:r>
          </a:p>
          <a:p>
            <a:r>
              <a:t>• Futur : Architecture agentique (LangGraph).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Fine-tuning LLM (Qwen3) : Industrialisation et serving.</a:t>
            </a:r>
          </a:p>
          <a:p>
            <a:r>
              <a:t>• Scoring de crédit (LightGBM) : Classification et API conteneurisée.</a:t>
            </a:r>
          </a:p>
          <a:p>
            <a:r>
              <a:t>• Système RAG (Événements parisiens) : Architecture vecteurs + LLM.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Expérience &amp; Soft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Pédagogie : Enseignement Mathématiques, BDD, ML/IA (vulgarisation).</a:t>
            </a:r>
          </a:p>
          <a:p>
            <a:r>
              <a:t>• Analyse &amp; Résolution : Audit et refactorisation architecturale.</a:t>
            </a:r>
          </a:p>
          <a:p>
            <a:r>
              <a:t>• Créativité : Pensée out-of-the-box (agents, modularité).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Éthique et Conformité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Protection des données : Anonymisation native et RGPD.</a:t>
            </a:r>
          </a:p>
          <a:p>
            <a:r>
              <a:t>• Sécurité : Red-teaming et garde-fous contre les hallucinations.</a:t>
            </a:r>
          </a:p>
          <a:p>
            <a:r>
              <a:t>• Transparence : Auditabilité des systèmes (logs et observabilité).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Ingénieur</a:t>
            </a:r>
            <a:r>
              <a:rPr dirty="0"/>
              <a:t> IA </a:t>
            </a:r>
            <a:r>
              <a:rPr dirty="0" err="1"/>
              <a:t>orienté</a:t>
            </a:r>
            <a:r>
              <a:rPr dirty="0"/>
              <a:t> production.</a:t>
            </a:r>
          </a:p>
          <a:p>
            <a:r>
              <a:rPr dirty="0"/>
              <a:t>• </a:t>
            </a:r>
            <a:r>
              <a:rPr dirty="0" err="1"/>
              <a:t>Maîtrise</a:t>
            </a:r>
            <a:r>
              <a:rPr dirty="0"/>
              <a:t> de la </a:t>
            </a:r>
            <a:r>
              <a:rPr dirty="0" err="1"/>
              <a:t>chaîne</a:t>
            </a:r>
            <a:r>
              <a:rPr dirty="0"/>
              <a:t> de </a:t>
            </a:r>
            <a:r>
              <a:rPr dirty="0" err="1"/>
              <a:t>valeur</a:t>
            </a:r>
            <a:r>
              <a:rPr dirty="0"/>
              <a:t> (de </a:t>
            </a:r>
            <a:r>
              <a:rPr dirty="0" err="1"/>
              <a:t>l'idée</a:t>
            </a:r>
            <a:r>
              <a:rPr dirty="0"/>
              <a:t> à la </a:t>
            </a:r>
            <a:r>
              <a:rPr dirty="0" err="1"/>
              <a:t>conformité</a:t>
            </a:r>
            <a:r>
              <a:rPr dirty="0"/>
              <a:t>).</a:t>
            </a:r>
          </a:p>
          <a:p>
            <a:r>
              <a:rPr dirty="0"/>
              <a:t>• Prêt pour des </a:t>
            </a:r>
            <a:r>
              <a:rPr dirty="0" err="1"/>
              <a:t>défis</a:t>
            </a:r>
            <a:r>
              <a:rPr dirty="0"/>
              <a:t> complexes </a:t>
            </a:r>
            <a:r>
              <a:rPr dirty="0" err="1"/>
              <a:t>d'industrialisation</a:t>
            </a:r>
            <a:r>
              <a:rPr dirty="0"/>
              <a:t> 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1A8A3-749F-5228-116F-728D96DE0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646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 Merci de </a:t>
            </a:r>
            <a:r>
              <a:rPr lang="en-GB" dirty="0" err="1"/>
              <a:t>votre</a:t>
            </a:r>
            <a:r>
              <a:rPr lang="en-GB" dirty="0"/>
              <a:t> attention !</a:t>
            </a:r>
            <a:br>
              <a:rPr lang="en-GB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2629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345</Words>
  <Application>Microsoft Macintosh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Portfolio : AI Engineer</vt:lpstr>
      <vt:lpstr>Profil : AI Engineer</vt:lpstr>
      <vt:lpstr>Stack  et compétences</vt:lpstr>
      <vt:lpstr>Projet Phare : Agent d'Accueil Hospitalier CHSA</vt:lpstr>
      <vt:lpstr>Ingénierie &amp; Leçons Apprises</vt:lpstr>
      <vt:lpstr>Projets &amp; Applications</vt:lpstr>
      <vt:lpstr>Expérience &amp; Soft Skills</vt:lpstr>
      <vt:lpstr>Engagement Éthique et Conformité</vt:lpstr>
      <vt:lpstr>Conclusion</vt:lpstr>
      <vt:lpstr> Merci de votre attention 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Christophe Mpaga</cp:lastModifiedBy>
  <cp:revision>2</cp:revision>
  <dcterms:created xsi:type="dcterms:W3CDTF">2013-01-27T09:14:16Z</dcterms:created>
  <dcterms:modified xsi:type="dcterms:W3CDTF">2026-08-24T13:07:10Z</dcterms:modified>
  <cp:category/>
</cp:coreProperties>
</file>